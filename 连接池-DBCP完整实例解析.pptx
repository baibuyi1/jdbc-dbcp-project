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关于“连接池-DBCP完整实例解析”的分享。今天，我们四班项目小组将为大家详细介绍数据库连接池的原理，并通过一个完整的Java项目实例，展示如何使用DBCP连接池进行高效的数据库操作。希望通过这次分享，能帮助大家深入理解连接池技术，并掌握其在实际项目中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探讨项目的背景与动机，解释为什么需要数据库连接池。接着，介绍DBCP的核心技术和配置。然后，展示我们项目的整体结构设计。第四部分将深入讲解各个功能模块的具体实现代码。之后，我们会通过一个测试类来演示项目的运行效果。最后，对整个项目进行总结，并对未来的优化方向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首先，让我们进入第一部分：项目背景与动机。在这一部分，我们将探讨传统数据库连接方式存在的性能瓶颈，并引出连接池这一解决方案，同时解释我们为什么选择DBCP作为本次示例的技术选型。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JDBC编程模式存在明显的性能瓶颈。每次数据库操作都需要新建和关闭连接，这个过程开销巨大。想象一下，在一个高并发的网站中，成千上万的用户请求同时到来，每一个请求都去创建一个新的数据库连接，这不仅会严重拖慢响应速度，还可能瞬间耗尽数据库的所有连接资源，导致服务崩溃。因此，我们需要一种更高效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接池技术正是为了解决上述问题而生。它的核心思想非常简单：复用。在应用启动时，连接池就预先创建好一批连接放在“池”里。当应用需要数据库连接时，就从池子里借一个，用完之后再还回去。这样就避免了反复创建和销毁连接的巨大开销，极大地提升了性能，并有效控制了数据库资源的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众多的连接池实现中，我们选择了DBCP。虽然它在性能上可能不是最顶尖的，但它配置简单、稳定可靠，非常适合作为学习和入门的示例。通过这个项目，我们的目标是帮助大家掌握连接池的核心概念，而不仅仅是学习一个工具。理解了DBCP的原理，再去学习其他更高级的连接池会事半功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接下来，我们进入第二部分，深入了解DBCP的核心技术。我们将介绍DBCP的关键组件，并详细解读其配置文件中的各项参数。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BCP的核心是实现了Java官方的`DataSource`接口。我们主要通过配置`BasicDataSource`来管理连接池。这些配置信息通常写在一个`.properties`文件中，包括数据库的连接信息以及连接池的各项参数，比如初始化多少连接、最大允许多少连接等。这些参数直接决定了连接池的行为和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了解了核心技术后，我们来看一下整个项目的结构设计。一个清晰、合理的项目结构是代码可维护性的关键。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整体结构。我们遵循了经典的分层设计，主要分为model层（实体模型）、dao层（数据访问）、util层（工具类）。其中，`DBUtil`类负责初始化和管理连接池，`UserDAOImpl`实现了具体的增删改查逻辑。这样的结构使得代码职责清晰，便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现在，我们进入最核心的部分：功能模块的实现细节。我们将逐一展示关键类的代码，包括工具类、实体类以及DAO层的实现。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`DBUtil`工具类，由董晓天同学负责。这个类的核心是在静态代码块中，通过`BasicDataSourceFactory`加载配置文件并初始化数据源。它提供了`getConnection`方法来获取连接，以及`close`方法来关闭资源。注意，这里的close并不是真正关闭连接，而是将连接归还给连接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`UserDAOImpl`类，这里实现了完整的增删改查功能。我们小组进行了明确的分工：刘艺负责插入，汲可负责查询，于湘洛负责更新，危子煜负责删除。每个方法的逻辑都遵循相同的模式：从DBUtil获取连接，执行SQL，然后关闭资源。这种模式保证了代码的一致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代码写完了，效果如何呢？在第五部分，我们将通过一个测试类来演示项目的实际运行效果。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我们编写了一个`TestDBCP`类，按顺序测试了插入、查询、更新和删除功能。大家可以看到预期的输出结果，每一步操作都成功执行，并返回了正确的影响行数。这表明我们的DBCP连接池配置和DAO层实现都是正确的。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最后，让我们对本次项目进行总结，并对未来的优化方向进行一些展望。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项目，我们不仅成功实现了功能，更重要的是深入理解了连接池的工作原理和价值。当然，这只是一个入门示例。在实际生产环境中，我们可以选择性能更优的连接池，或者引入ORM框架来进一步提升开发效率。同时，完善的事务管理和异常处理也是必不可少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我的分享到此结束，感谢大家的聆听。现在是问答环节，如果大家对我们的项目有任何疑问，欢迎随时提出。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5000"/>
                </a:srgbClr>
              </a:gs>
              <a:gs pos="60000">
                <a:srgbClr val="000000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79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连接池-DBCP完整实例解析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4064000" cy="889000"/>
          </a:xfrm>
          <a:prstGeom prst="roundRect">
            <a:avLst>
              <a:gd name="adj" fmla="val 0"/>
            </a:avLst>
          </a:prstGeom>
          <a:solidFill>
            <a:srgbClr val="141914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06500" y="4546600"/>
            <a:ext cx="381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汇报小组：四班项目小组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5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1701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项目背景与动机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603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深入剖析数据库直连模式下的性能瓶颈问题，引出连接池技术的核心价值，并阐明在现有技术选型中采用 DBCP 作为解决方案的核心考量与业务适配性。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70400" y="1524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60900" y="165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49900" y="1701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核心技术介绍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60900" y="2413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60900" y="2603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系统解析 DBCP 连接池的核心组件架构，重点讲解关键配置文件 dbcp.properties 的参数含义，帮助理解连接池的初始化、最大连接数等关键行为逻辑。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1524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0" y="165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1701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项目结构设计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413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82000" y="2603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构建清晰的标准分层项目结构，将数据访问、业务逻辑与工具封装进行解耦。通过合理的包结构设计，确保代码的高内聚低耦合，为后续开发提供稳固基础。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3937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3937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06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841500" y="4114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功能模块实现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4826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49530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从开发环境配置开始，逐步实现核心功能：包括工具类的封装、实体类的定义、DAO 层对数据库的 CRUD 操作，以及如何通过 DBCP 高效获取和管理数据库连接。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470400" y="3937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470400" y="3937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660900" y="406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549900" y="4114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运行演示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60900" y="4826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660900" y="49530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编写测试用例对系统进行全流程验证。通过实际运行程序，直观展示连接池的初始化过程、连接的获取与归还，并分析控制台输出结果，验证系统功能的正确性。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91500" y="3937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191500" y="3937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382000" y="406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71000" y="41148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82000" y="4826000"/>
            <a:ext cx="3175000" cy="127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82000" y="49530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总结本次项目开发的关键技术成果与实践经验，分析当前方案的性能表现。同时探讨未来的优化方向，如连接池的监控扩展、动态配置调整等进阶技术应用。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项目背景与动机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数据库连接的性能瓶颈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在传统的 Java 数据库编程（JDBC）模式中，每次数据库操作都需要经历加载驱动、建立连接、执行 SQL、关闭连接等完整步骤。这种“即用即弃”的模式在低并发场景下尚可运行，但在现代高并发业务环境中，其固有的缺陷会被无限放大，成为制约系统吞吐量与响应速度的关键性能瓶颈。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2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59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开销巨大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连接的三次握手与四次挥手是高耗时的网络操作。在高并发场景下，频繁的创建与销毁连接会产生大量系统开销，不仅增加网络延迟，更让 CPU 和内存资源在无意义的连接管理中被大量消耗。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794000"/>
            <a:ext cx="342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8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2959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资源浪费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429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每个用户请求独占一个全新的物理连接，会导致数据库连接数被迅速耗尽。这不仅造成了宝贵的数据库连接资源的严重浪费，更会让后续请求因无法获取连接而超时失败，甚至直接拖垮数据库服务。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794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794000"/>
            <a:ext cx="342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959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无法管理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3429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缺乏统一的连接生命周期管理机制，开发者难以监控连接的实际使用状态。一旦出现连接泄漏，问题定位极其困难；同时也无法根据业务波峰波谷动态调整资源分配，系统的可维护性与扩展性大打折扣。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953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143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2070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高并发请求涌入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58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成千上万的用户请求同时到达服务器，数据库访问量激增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47115">
            <a:off x="3079750" y="567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556000" y="5143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619500" y="52070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重复创建物理连接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619500" y="558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每个请求独立建立新连接，链路耗时大幅增加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47115">
            <a:off x="5683250" y="567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159500" y="5143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23000" y="52070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单次使用即销毁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3000" y="558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连接未被复用，系统资源在创建与销毁中快速消耗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7115">
            <a:off x="8286750" y="567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763000" y="5143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8717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826500" y="5207000"/>
            <a:ext cx="234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系统性能急剧下降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826500" y="5588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响应超时频发，服务稳定性面临严峻挑战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连接池：解决方案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数据库连接池是一种创建和管理数据库连接的缓冲池技术。它的核心思想是对数据库连接的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，通过预先建立连接并循环使用，避免了重复创建与销毁连接带来的巨大系统开销，从而让数据库交互变得更高效、更稳定、更可控。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057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0574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7940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1803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应用启动时，根据配置参数预创建 initialSize 数量的数据库物理连接，并将其放入空闲连接队列中备用。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33700" y="2667000"/>
            <a:ext cx="2057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933700" y="2667000"/>
            <a:ext cx="20574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60700" y="27940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请求连接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60700" y="3302000"/>
            <a:ext cx="1803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业务执行数据库操作时，直接向连接池申请资源，从空闲队列中获取可用连接，省去新建TCP连接的耗时。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105400" y="2667000"/>
            <a:ext cx="2057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05400" y="2667000"/>
            <a:ext cx="20574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32400" y="27940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使用连接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3302000"/>
            <a:ext cx="1803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应用通过获取到的有效连接执行SQL指令，完成数据的查询、新增、修改或删除等核心业务逻辑处理。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77100" y="2667000"/>
            <a:ext cx="2057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277100" y="2667000"/>
            <a:ext cx="20574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404100" y="27940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归还连接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04100" y="3302000"/>
            <a:ext cx="1803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操作结束后调用 close() 方法，连接并未物理关闭，而是被重置状态并释放回连接池，等待下一次分配。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448800" y="2667000"/>
            <a:ext cx="2057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448800" y="2667000"/>
            <a:ext cx="20574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75800" y="27940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动态管理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75800" y="3302000"/>
            <a:ext cx="1803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连接池根据配置（如最大/最小连接数）在运行时动态调整，支持空闲连接回收与忙时自动扩容。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69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4826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极致性能提升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533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彻底避免了频繁创建与销毁TCP连接的高昂开销，将连接建立的时间成本几乎降为零，显著降低系统响应延迟，让应用从容应对高并发场景。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81500" y="469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508500" y="4826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关键资源守护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08500" y="533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maxActive 等参数严格限制最大连接数，防止应用程序无节制地占用数据库资源，从源头避免数据库因连接耗尽而崩溃，保障服务稳定性。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01000" y="469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128000" y="4826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全生命周期管理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28000" y="533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提供连接有效性检测、超时回收、慢查询统计等运维能力。支持配置动态生效与可视化监控，让数据库连接的状态、使用情况一目了然。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为什么选择DBCP？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DBCP（Database Connection Pool）是Apache软件基金会下的经典开源项目，也是Java生态中历史最悠久、应用最广泛的数据库连接池实现之一。它凭借成熟的设计和极低的学习成本，成为了无数开发者接触数据库连接池技术的启蒙工具，也在众多传统企业级应用中持续发挥着核心作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46400"/>
            <a:ext cx="3086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配置简单，易于上手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65500"/>
            <a:ext cx="3086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提供直观的配置参数和XML/Properties文件定义方式，对于初学者或中小型项目而言，无需复杂的调优即可快速搭建可用的数据库连接环境。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794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84700" y="2946400"/>
            <a:ext cx="3086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久经考验，稳定可靠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3365500"/>
            <a:ext cx="3086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经历了Java企业级开发数十年的发展迭代，在海量生产环境中得到了充分验证，极少出现内存泄漏或连接无效等底层Bug，运行表现稳定。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794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264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16900" y="2946400"/>
            <a:ext cx="3086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生态融合，无缝集成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16900" y="3365500"/>
            <a:ext cx="3086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作为Apache基金会的原生项目，与Tomcat、Spring等主流框架和服务器实现了深度适配，是传统Java Web应用中默认且标准的连接池选择。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63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635500"/>
            <a:ext cx="508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699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性能瓶颈：高并发场景表现一般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080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相较于HikariCP等现代高性能连接池，其底层锁机制和并发控制策略较为传统，在超高吞吐量的业务场景下，响应延迟和吞吐量存在一定差距。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63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635500"/>
            <a:ext cx="508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13500" y="4699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功能基础：缺乏高级监控特性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5080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不具备Druid等现代连接池的SQL防火墙、慢查询日志、实时连接数监控等高级功能，对于复杂的生产环境运维和问题排查支持较弱。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969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6032500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项目目标：</a:t>
            </a:r>
            <a:r>
              <a:rPr lang="en-US" sz="1300" b="0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通过一个完整的CRUD实战案例，深入剖析DBCP的配置流程、核心API调用及底层工作原理，掌握连接池的核心设计思想，为进阶学习奠定基础。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核心技术介绍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DBCP核心组件与配置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556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javax.sql.DataSource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Java官方定义的标准数据源接口，作为数据库连接的统一入口。它对上层应用隐藏了获取物理数据库连接的复杂细节，是实现数据库连接池技术的基础规范。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397000"/>
            <a:ext cx="3556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587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BasicDataSource 核心实现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159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DBCP2中最常用的核心类，直接实现了DataSource接口。负责维护和管理一组物理数据库连接，提供连接的借出、归还和状态管理，是连接池功能的核心载体。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55000" y="1397000"/>
            <a:ext cx="3556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45500" y="1587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BasicDataSourceFactory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2159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基于工厂模式的创建工具。能够从外部的属性配置文件（如dbcp.properties）中读取参数，自动实例化并配置BasicDataSource对象，简化了连接池的初始化流程。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683000"/>
            <a:ext cx="5270500" cy="5334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3746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基础连接配置 (Connection Info)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381500"/>
            <a:ext cx="2413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79500" y="4445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driverClassName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数据库驱动全限定类名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492500" y="4381500"/>
            <a:ext cx="2413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619500" y="4445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url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数据库连接地址与端口信息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52500" y="5270500"/>
            <a:ext cx="2413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334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username / password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数据库的访问凭证与密钥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492500" y="5270500"/>
            <a:ext cx="2413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619500" y="5334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连接有效性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建立会话的核心身份信息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86500" y="3683000"/>
            <a:ext cx="5524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286500" y="3683000"/>
            <a:ext cx="5524500" cy="5334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77000" y="37465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连接池动态参数 (Pool Tuning)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381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786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initialSize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启动时初始连接数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280400" y="4381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3820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maxTotal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最大活跃连接上限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0058400" y="4381500"/>
            <a:ext cx="1651000" cy="9525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10160000" y="44196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maxWaitMillis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获取连接超时时间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477000" y="5397500"/>
            <a:ext cx="2667000" cy="8255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578600" y="54610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maxIdle / minIdle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空闲连接数的上下水位线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9296400" y="5397500"/>
            <a:ext cx="2413000" cy="8255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9398000" y="5461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timeBetweenEvictionRuns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空闲连接回收扫描周期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69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项目结构设计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416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应用主入口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225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项目启动与核心流程调度的起点，负责初始化上下文与核心组件加载。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984500"/>
            <a:ext cx="23876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65200" y="3048000"/>
            <a:ext cx="2235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App.java：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程序执行入口，串联各功能模块，启动业务服务与资源初始化。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1524000"/>
            <a:ext cx="26416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560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83000" y="1714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实体模型层 (Model)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2225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业务数据的结构化载体，映射现实业务对象，实现数据的统一封装。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2984500"/>
            <a:ext cx="23876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759200" y="3048000"/>
            <a:ext cx="2235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User.java：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封装用户核心属性与行为，精准映射数据库表结构，承载业务流转数据。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26416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714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数据访问层 (DAO)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2225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定义数据交互标准，实现业务逻辑与底层数据库操作的解耦。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984500"/>
            <a:ext cx="23876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53200" y="3048000"/>
            <a:ext cx="2235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DAO接口/Impl：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接口定义规范，实现类负责具体的DBCP连接与SQL执行逻辑。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1524000"/>
            <a:ext cx="26416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1440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71000" y="1714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工具支撑层 (Util)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2225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通用技术能力的下沉与复用，减少重复开发，提升系统执行效率。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2984500"/>
            <a:ext cx="23876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347200" y="3048000"/>
            <a:ext cx="2235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DBUtil.java：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封装连接池全生命周期管理，提供高效、安全的数据库连接工具。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191000"/>
            <a:ext cx="54356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4191000"/>
            <a:ext cx="5435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52500" y="4343400"/>
            <a:ext cx="495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配置资源管理 (Resources)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48260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通过外部化配置实现环境灵活切换，将核心参数与业务代码解耦，降低维护成本。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52500" y="5397500"/>
            <a:ext cx="5054600" cy="660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079500" y="54483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dbcp.properties：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集中配置连接池核心参数（如最大活跃数、初始连接数、等待超时），无需修改代码即可适配不同运行环境，增强系统的可配置性与扩展性。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4191000"/>
            <a:ext cx="54356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9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350000" y="4191000"/>
            <a:ext cx="54356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540500" y="4343400"/>
            <a:ext cx="495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测试验证体系 (Test)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540500" y="48260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通过单元测试覆盖核心功能，在开发阶段提前发现问题，保障代码质量与业务稳定性。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40500" y="5397500"/>
            <a:ext cx="5054600" cy="660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667500" y="54483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TestDBCP.java：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编写针对性测试用例，验证连接池初始化、连接获取及数据增删改查等核心流程，确保数据库操作的正确性与连接资源的高效利用。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功能模块实现细节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DBCP工具类 (DBUtil.java)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2794000" cy="6096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12700" cap="flat" cmpd="sng">
            <a:solidFill>
              <a:srgbClr val="4ADE8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478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负责人：董晓天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10668000" cy="3937000"/>
          </a:xfrm>
          <a:prstGeom prst="roundRect">
            <a:avLst>
              <a:gd name="adj" fmla="val 0"/>
            </a:avLst>
          </a:prstGeom>
          <a:solidFill>
            <a:srgbClr val="17192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28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400300"/>
            <a:ext cx="152400" cy="1524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2400300"/>
            <a:ext cx="152400" cy="1524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60500" y="2400300"/>
            <a:ext cx="152400" cy="152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905000" y="23368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DBUtil.java — DBCP Connection Pool Implementation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857500"/>
            <a:ext cx="10668000" cy="3365500"/>
          </a:xfrm>
          <a:prstGeom prst="roundRect">
            <a:avLst>
              <a:gd name="adj" fmla="val 0"/>
            </a:avLst>
          </a:prstGeom>
          <a:solidFill>
            <a:srgbClr val="1C1F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2857500"/>
            <a:ext cx="635000" cy="3365500"/>
          </a:xfrm>
          <a:prstGeom prst="roundRect">
            <a:avLst>
              <a:gd name="adj" fmla="val 0"/>
            </a:avLst>
          </a:prstGeom>
          <a:solidFill>
            <a:srgbClr val="2529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524000" y="2921000"/>
            <a:ext cx="9652000" cy="323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package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com.example.dbcpdemo.util;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定义包路径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org.apache.commons.dbcp2.BasicDataSourceFactory;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引入DBCP核心工厂类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class</a:t>
            </a:r>
            <a:r>
              <a:rPr lang="en-US" sz="12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DBUtil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private static</a:t>
            </a:r>
            <a:r>
              <a:rPr lang="en-US" sz="12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DataSource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dataSource;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全局数据源对象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static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静态代码块：类加载时初始化连接池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try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762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</a:t>
            </a:r>
            <a:r>
              <a:rPr lang="en-US" sz="12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Properties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props =</a:t>
            </a: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new</a:t>
            </a:r>
            <a:r>
              <a:rPr lang="en-US" sz="12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Properties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();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762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props.load(DBUtil.class.getClassLoader().getResourceAsStream(</a:t>
            </a:r>
            <a:r>
              <a:rPr lang="en-US" sz="12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"dbcp.properties"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));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762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dataSource = BasicDataSourceFactory.createDataSource(props);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构建数据源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catch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(Exception e) {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捕获初始化异常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762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throw new</a:t>
            </a:r>
            <a:r>
              <a:rPr lang="en-US" sz="1200" b="0" i="0" u="none" strike="noStrike">
                <a:solidFill>
                  <a:srgbClr val="E06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RuntimeException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"初始化DBCP数据源失败!"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e);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static</a:t>
            </a:r>
            <a:r>
              <a:rPr lang="en-US" sz="12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ConnectiongetConnection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 {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获取数据库连接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dataSource.getConnection();</a:t>
            </a:r>
            <a:r>
              <a:rPr lang="en-US" sz="12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从连接池获取连接</a:t>
            </a:r>
            <a:endParaRPr lang="en-US" sz="12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DAO实现类 (`UserDAOImpl.java`)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374151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351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核心开发：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刘艺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(INSERT) •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汲可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(SELECT) •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于湘洛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(UPDATE) •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危子煜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(DELETE)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7366000" cy="28575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2286000"/>
            <a:ext cx="3505200" cy="1270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144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23241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INSERT / 新增用户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41400" y="2692400"/>
            <a:ext cx="337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public int insertUser(User user)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获取连接，执行插入SQL，返回受影响行数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21200" y="2286000"/>
            <a:ext cx="3505200" cy="1270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212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48200" y="23241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SELECT / 数据查询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48200" y="2692400"/>
            <a:ext cx="337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public User getUserById(int id)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执行查询，封装结果集为实体对象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3619500"/>
            <a:ext cx="3505200" cy="1270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14400" y="3619500"/>
            <a:ext cx="508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41400" y="36576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UPDATE / 更新信息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41400" y="4025900"/>
            <a:ext cx="337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public int updateUser(User user)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基于主键，动态更新用户属性字段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21200" y="3619500"/>
            <a:ext cx="3505200" cy="1270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21200" y="3619500"/>
            <a:ext cx="508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648200" y="36576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DELETE / 删除记录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4025900"/>
            <a:ext cx="337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public int deleteUser(int id)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执行DELETE，移除指定ID的用户数据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85053">
            <a:off x="6858000" y="3613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445500" y="2159000"/>
            <a:ext cx="3492500" cy="2984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72500" y="22225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通用执行流程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572500" y="2794000"/>
            <a:ext cx="3238500" cy="7874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661400" y="28194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连接获取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DBUtil.getConnection() 获取数据库会话，确保连接有效。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572500" y="3632200"/>
            <a:ext cx="3238500" cy="7874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661400" y="36576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SQL 执行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 PreparedStatement 预编译SQL，绑定参数并执行操作。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72500" y="4470400"/>
            <a:ext cx="3238500" cy="7874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661400" y="44958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资源回收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通过工具类安全关闭 Connection、Statement 等资源，避免泄漏。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207000"/>
            <a:ext cx="111760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52500" y="52832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本实现类通过分层设计将底层数据操作与业务逻辑解耦。每个核心方法均遵循“获取连接→执行语句→释放资源”的标准范式，配合 DBUtil 工具类的统一管理，不仅提升了代码的可维护性，还最大程度保证了数据库操作的安全性与稳定性，为上层业务提供了高效、可靠的数据访问接口。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运行演示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测试类 (`TestDBCP.java`) 与预期输出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727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5621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新增用户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032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构建新用户实体对象，调用DAO层方法将初始化数据（用户名、邮箱、年龄）持久化插入数据库。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616200" y="13970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616200" y="1397000"/>
            <a:ext cx="1727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3200" y="158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24200" y="15621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全量检索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43200" y="2032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执行全表查询操作，遍历所有用户记录，验证新数据是否已成功落库，无数据丢失。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1397000"/>
            <a:ext cx="1727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70400" y="1397000"/>
            <a:ext cx="1727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158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978400" y="15621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97400" y="2032000"/>
            <a:ext cx="152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利用自增主键ID进行单条数据查询，核实战后数据的准确性与完整性，确认唯一索引有效。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6195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6195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3810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37846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信息动态更新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42926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修改指定ID用户的邮箱与年龄信息，提交事务后重新查询，验证数据变更是否即时生效，确保业务逻辑的正确性。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92500" y="36195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492500" y="36195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9500" y="3810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000500" y="37846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测试数据清理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619500" y="42926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执行DELETE操作移除测试用户，最后再次查询数据库，确认记录已被彻底删除，释放测试资源，保证环境纯净。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90708">
            <a:off x="3873500" y="3740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77000" y="1397000"/>
            <a:ext cx="5207000" cy="48895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1397000"/>
            <a:ext cx="5207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14732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048500" y="1473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程序执行关键日志 (Runtime Output)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67500" y="2095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37415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794500" y="215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[PASS] 数据插入阶段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794500" y="2540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受影响行数: 1 | 执行反馈：新用户 testUser 已成功创建，数据库连接池资源分配正常，无异常抛出。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667500" y="3302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37415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794500" y="3365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[PASS] 数据一致性校验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794500" y="3746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User{id=1, 'testUser', 'test@example.com', 25} | 核心结论：存储数据与内存对象完全映射，字段类型转换无误。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67500" y="4508500"/>
            <a:ext cx="4826000" cy="1587500"/>
          </a:xfrm>
          <a:prstGeom prst="roundRect">
            <a:avLst>
              <a:gd name="adj" fmla="val 0"/>
            </a:avLst>
          </a:prstGeom>
          <a:solidFill>
            <a:srgbClr val="37415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794500" y="4572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[PASS] 更新与销毁闭环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794500" y="4953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更新结果：邮箱与年龄字段已成功刷新，事务提交成功。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清理结果：测试数据已完全删除，最终表记录数为0。DBCP连接池配置及DAO层接口实现逻辑验证通过。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2667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成功落地基于 DBCP 连接池的数据库 CRUD 操作，核心突破在于深刻理解了数据库连接池的核心价值——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连接复用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，这是解决频繁创建销毁连接带来性能损耗的关键。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4762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通过项目实践，熟练掌握了 DBCP 连接池的基础参数配置与初始化流程；同时在 JDBC 原生编程基础上，成功实现了连接池与业务代码的解耦，构建出高效、安全且资源可控的数据库访问层，为后续复杂业务系统的数据交互打下了坚实的技术基础。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0708">
            <a:off x="38100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2865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540000"/>
            <a:ext cx="2311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67500" y="2641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升级高性能连接池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67500" y="30480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HikariCP 或 Alibaba Druid，利用其优异的并发性能与监控能力，大幅提升系统吞吐量。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2540000"/>
            <a:ext cx="2311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44000" y="2641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ORM 开发框架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0480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MyBatis 或 Hibernate，消除重复的 JDBC 样板代码，简化 SQL 映射，加速业务迭代效率。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4127500"/>
            <a:ext cx="2311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67500" y="42291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完善事务管理机制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67500" y="463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引入声明式事务，严格保证复杂业务操作中的数据一致性，降低系统异常情况下的数据风险。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17000" y="4127500"/>
            <a:ext cx="2311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144000" y="42291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重构异常处理体系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44000" y="463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定义业务级自定义异常，统一异常捕获与日志输出规范，提升系统的可维护性与故障排查效率。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欢迎随时提出您的疑问，我们共同探讨与交流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5779</Words>
  <Application>WPS 演示</Application>
  <PresentationFormat/>
  <Paragraphs>365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Source Code Pro</vt:lpstr>
      <vt:lpstr>Segoe Print</vt:lpstr>
      <vt:lpstr>Roboto Mono</vt:lpstr>
      <vt:lpstr>Roboto</vt:lpstr>
      <vt:lpstr>微软雅黑</vt:lpstr>
      <vt:lpstr>Arial Unicode MS</vt:lpstr>
      <vt:lpstr>Roboto Mono</vt:lpstr>
      <vt:lpstr>Source Code Pro</vt:lpstr>
      <vt:lpstr>Advent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玖可离</cp:lastModifiedBy>
  <cp:revision>1</cp:revision>
  <dcterms:created xsi:type="dcterms:W3CDTF">2026-05-31T15:07:37Z</dcterms:created>
  <dcterms:modified xsi:type="dcterms:W3CDTF">2026-05-31T15:07:37Z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{"Label":"1","ContentProducer":"001191110102MACQD9K64010000","ProduceID":"7646072186566085821","ReservedCode1":"","ContentPropagator":"","PropagateID":"","ReservedCode2":""}</vt:lpwstr>
  </property>
  <property fmtid="{D5CDD505-2E9C-101B-9397-08002B2CF9AE}" pid="3" name="ICV">
    <vt:lpwstr>B7C13840D31D4DA6A5B9606A937AD25A_13</vt:lpwstr>
  </property>
  <property fmtid="{D5CDD505-2E9C-101B-9397-08002B2CF9AE}" pid="4" name="KSOProductBuildVer">
    <vt:lpwstr>2052-12.1.0.26375</vt:lpwstr>
  </property>
</Properties>
</file>